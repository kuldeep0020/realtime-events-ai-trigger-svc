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RUDDERSTACK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12780" y="3497580"/>
            <a:ext cx="320040" cy="32004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3383280"/>
            <a:ext cx="548640" cy="54864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84180" y="3268980"/>
            <a:ext cx="777240" cy="7772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3154680"/>
            <a:ext cx="1005840" cy="100584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5580" y="3040380"/>
            <a:ext cx="1234440" cy="123444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54787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Events AI Triggers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event streams </a:t>
            </a:r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in-the-moment outcomes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real-time, AI-personalized action layer for the streaming events you already collect.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1554480" cy="384048"/>
          </a:xfrm>
          <a:prstGeom prst="rect">
            <a:avLst/>
          </a:prstGeom>
          <a:solidFill>
            <a:srgbClr val="13182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989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5989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Kuldeep Kumar  ·  RudderStack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 stream events. They can't act on them in the moment.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pipelines and warehouse audiences both exist — but the action layer in between is hand-wired with cron jobs, BigQuery dashboards, and Slack scripts that age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017520" cy="338328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834640"/>
            <a:ext cx="301752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anonymous high-intent visitors leave every day. By the time tomorrow's report runs, they're gone.”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24688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22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conversions you can never re-attribute.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3017520" cy="338328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834640"/>
            <a:ext cx="3017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whale browsed our pricing page yesterday. We found out at next week's QBR — too late to call.”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846320" y="5349240"/>
            <a:ext cx="24688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5422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sized in the room, not in real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2834640"/>
            <a:ext cx="3017520" cy="338328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0" y="2834640"/>
            <a:ext cx="3017520" cy="7315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34747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churn at the destination-connect step. Every error needs a different fix; we can't follow up on each one.”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8869680" y="5349240"/>
            <a:ext cx="24688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5422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the moment users hit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moments worth catching. One engine catches them all.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19456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64008" cy="21945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back anonymous high-intent visitors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narrows filters, opens 3 listings, idles. We trigger an in-app capture banner + ping a standby agent on Slack — before they leave.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capture rate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Marketing pain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257800" cy="219456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1783080"/>
            <a:ext cx="6400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your team to known engagement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Logged-in customer revisits their target suburb. Slack to the right realtor with full context: name, income tier, propensity, the listing they dwelled 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2940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 response time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372600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Customer Success pain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5257800" cy="219456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114800"/>
            <a:ext cx="64008" cy="21945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891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stuck onboarding errors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2960" y="4983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error fires → personalized 3-step fix email referencing the exact error code, the destination type, and the customer's stack.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2960" y="5897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 recovery rate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566160" y="5897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Onboarding pain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55080" y="4114800"/>
            <a:ext cx="5257800" cy="219456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55080" y="4114800"/>
            <a:ext cx="64008" cy="21945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891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948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stalled multi-step flows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629400" y="4983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created a source but never connected a destination. After idle, an email referencing their progress and tech stack — not a generic nudge.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629400" y="5897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completion lift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372600" y="5897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Onboarding pain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6537960"/>
            <a:ext cx="11064240" cy="292608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" y="6537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single-event "webhook on event X" patterns you'd otherwise wire by hand in Transformer — same engine, no new plumbing.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5-stage pipeline. Stateful. Plug-in.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920240" cy="1554480"/>
          </a:xfrm>
          <a:prstGeom prst="rect">
            <a:avLst/>
          </a:prstGeom>
          <a:solidFill>
            <a:srgbClr val="13182B"/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Pulsar / SDK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312" y="2724912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97480" y="2011680"/>
            <a:ext cx="1920240" cy="1554480"/>
          </a:xfrm>
          <a:prstGeom prst="rect">
            <a:avLst/>
          </a:prstGeom>
          <a:solidFill>
            <a:srgbClr val="13182B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state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724912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00600" y="2011680"/>
            <a:ext cx="1920240" cy="1554480"/>
          </a:xfrm>
          <a:prstGeom prst="rect">
            <a:avLst/>
          </a:prstGeom>
          <a:solidFill>
            <a:srgbClr val="13182B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DSL: all/any/not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724912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903720" y="2011680"/>
            <a:ext cx="1920240" cy="1554480"/>
          </a:xfrm>
          <a:prstGeom prst="rect">
            <a:avLst/>
          </a:prstGeom>
          <a:solidFill>
            <a:srgbClr val="13182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9494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Enrichment+LLM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+ canned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724912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06840" y="2011680"/>
            <a:ext cx="1920240" cy="1554480"/>
          </a:xfrm>
          <a:prstGeom prst="rect">
            <a:avLst/>
          </a:prstGeom>
          <a:solidFill>
            <a:srgbClr val="13182B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05256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0525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/ Email / API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4223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4005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composable predicates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143000" y="440740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window.idle_seconds, traits.known, has_event_name, AND/OR/NOT — fits any pattern.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43400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142232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92040" y="4005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Templated AI actions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892040" y="440740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and email fill {{trait.first_name}} and {{window.last_listing}} at fire time.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092440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4142232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641080" y="4005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destinations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641080" y="440740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+ email today. Swap LLM_MODE=live, plug your destination registry tomorrow.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6126480"/>
            <a:ext cx="502920" cy="5029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554480" y="5989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→  3 concurrent visitors, two Slack pings, one personalized email, ~30 seconds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composes all six. We're the gap-filler.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88920" cy="502920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2011680"/>
            <a:ext cx="1508760" cy="502920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2011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1508760" cy="502920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11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1691640" cy="502920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Customer.io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1508760" cy="502920"/>
          </a:xfrm>
          <a:prstGeom prst="rect">
            <a:avLst/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55480" y="2011680"/>
            <a:ext cx="20574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278892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Single-event webhooks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51460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068" y="2633472"/>
            <a:ext cx="256032" cy="25603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846320" y="251460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8" y="2633472"/>
            <a:ext cx="256032" cy="25603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355080" y="2514600"/>
            <a:ext cx="169164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633472"/>
            <a:ext cx="256032" cy="25603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046720" y="251460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228" y="2633472"/>
            <a:ext cx="256032" cy="25603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555480" y="251460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308" y="2633472"/>
            <a:ext cx="256032" cy="25603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48640" y="3017520"/>
            <a:ext cx="278892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31520" y="3017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windowing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337560" y="301752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068" y="3136392"/>
            <a:ext cx="256032" cy="25603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846320" y="301752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828" y="3136392"/>
            <a:ext cx="256032" cy="2560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355080" y="3017520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028" y="3136392"/>
            <a:ext cx="256032" cy="25603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46720" y="301752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2228" y="3136392"/>
            <a:ext cx="256032" cy="25603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9555480" y="301752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5308" y="3136392"/>
            <a:ext cx="256032" cy="25603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548640" y="3520440"/>
            <a:ext cx="278892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731520" y="3520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/ dwell predicates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3337560" y="352044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3068" y="3639312"/>
            <a:ext cx="256032" cy="256032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4846320" y="352044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1828" y="3639312"/>
            <a:ext cx="256032" cy="256032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6355080" y="3520440"/>
            <a:ext cx="169164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2028" y="3639312"/>
            <a:ext cx="256032" cy="256032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8046720" y="352044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2228" y="3639312"/>
            <a:ext cx="256032" cy="256032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9555480" y="352044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65308" y="3639312"/>
            <a:ext cx="256032" cy="256032"/>
          </a:xfrm>
          <a:prstGeom prst="rect">
            <a:avLst/>
          </a:prstGeom>
        </p:spPr>
      </p:pic>
      <p:sp>
        <p:nvSpPr>
          <p:cNvPr id="52" name="Shape 35"/>
          <p:cNvSpPr/>
          <p:nvPr/>
        </p:nvSpPr>
        <p:spPr>
          <a:xfrm>
            <a:off x="548640" y="4023360"/>
            <a:ext cx="278892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73152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Anonymous-intent action</a:t>
            </a:r>
            <a:endParaRPr lang="en-US" sz="1300" dirty="0"/>
          </a:p>
        </p:txBody>
      </p:sp>
      <p:sp>
        <p:nvSpPr>
          <p:cNvPr id="54" name="Shape 37"/>
          <p:cNvSpPr/>
          <p:nvPr/>
        </p:nvSpPr>
        <p:spPr>
          <a:xfrm>
            <a:off x="3337560" y="402336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73068" y="4142232"/>
            <a:ext cx="256032" cy="256032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4846320" y="402336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1828" y="4142232"/>
            <a:ext cx="256032" cy="256032"/>
          </a:xfrm>
          <a:prstGeom prst="rect">
            <a:avLst/>
          </a:prstGeom>
        </p:spPr>
      </p:pic>
      <p:sp>
        <p:nvSpPr>
          <p:cNvPr id="58" name="Shape 39"/>
          <p:cNvSpPr/>
          <p:nvPr/>
        </p:nvSpPr>
        <p:spPr>
          <a:xfrm>
            <a:off x="6355080" y="4023360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2028" y="4142232"/>
            <a:ext cx="256032" cy="256032"/>
          </a:xfrm>
          <a:prstGeom prst="rect">
            <a:avLst/>
          </a:prstGeom>
        </p:spPr>
      </p:pic>
      <p:sp>
        <p:nvSpPr>
          <p:cNvPr id="60" name="Shape 40"/>
          <p:cNvSpPr/>
          <p:nvPr/>
        </p:nvSpPr>
        <p:spPr>
          <a:xfrm>
            <a:off x="8046720" y="402336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82228" y="4142232"/>
            <a:ext cx="256032" cy="256032"/>
          </a:xfrm>
          <a:prstGeom prst="rect">
            <a:avLst/>
          </a:prstGeom>
        </p:spPr>
      </p:pic>
      <p:sp>
        <p:nvSpPr>
          <p:cNvPr id="62" name="Shape 41"/>
          <p:cNvSpPr/>
          <p:nvPr/>
        </p:nvSpPr>
        <p:spPr>
          <a:xfrm>
            <a:off x="9555480" y="402336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65308" y="4142232"/>
            <a:ext cx="256032" cy="256032"/>
          </a:xfrm>
          <a:prstGeom prst="rect">
            <a:avLst/>
          </a:prstGeom>
        </p:spPr>
      </p:pic>
      <p:sp>
        <p:nvSpPr>
          <p:cNvPr id="64" name="Shape 42"/>
          <p:cNvSpPr/>
          <p:nvPr/>
        </p:nvSpPr>
        <p:spPr>
          <a:xfrm>
            <a:off x="548640" y="4526280"/>
            <a:ext cx="278892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5" name="Text 43"/>
          <p:cNvSpPr/>
          <p:nvPr/>
        </p:nvSpPr>
        <p:spPr>
          <a:xfrm>
            <a:off x="731520" y="4526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LLM-personalized content</a:t>
            </a:r>
            <a:endParaRPr lang="en-US" sz="1300" dirty="0"/>
          </a:p>
        </p:txBody>
      </p:sp>
      <p:sp>
        <p:nvSpPr>
          <p:cNvPr id="66" name="Shape 44"/>
          <p:cNvSpPr/>
          <p:nvPr/>
        </p:nvSpPr>
        <p:spPr>
          <a:xfrm>
            <a:off x="3337560" y="452628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6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73068" y="4645152"/>
            <a:ext cx="256032" cy="256032"/>
          </a:xfrm>
          <a:prstGeom prst="rect">
            <a:avLst/>
          </a:prstGeom>
        </p:spPr>
      </p:pic>
      <p:sp>
        <p:nvSpPr>
          <p:cNvPr id="68" name="Shape 45"/>
          <p:cNvSpPr/>
          <p:nvPr/>
        </p:nvSpPr>
        <p:spPr>
          <a:xfrm>
            <a:off x="4846320" y="452628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81828" y="4645152"/>
            <a:ext cx="256032" cy="256032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6355080" y="4526280"/>
            <a:ext cx="169164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7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82028" y="4645152"/>
            <a:ext cx="256032" cy="256032"/>
          </a:xfrm>
          <a:prstGeom prst="rect">
            <a:avLst/>
          </a:prstGeom>
        </p:spPr>
      </p:pic>
      <p:sp>
        <p:nvSpPr>
          <p:cNvPr id="72" name="Shape 47"/>
          <p:cNvSpPr/>
          <p:nvPr/>
        </p:nvSpPr>
        <p:spPr>
          <a:xfrm>
            <a:off x="8046720" y="4526280"/>
            <a:ext cx="1508760" cy="502920"/>
          </a:xfrm>
          <a:prstGeom prst="rect">
            <a:avLst/>
          </a:prstGeom>
          <a:solidFill>
            <a:srgbClr val="13182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7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82228" y="4645152"/>
            <a:ext cx="256032" cy="256032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9555480" y="452628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7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65308" y="4645152"/>
            <a:ext cx="256032" cy="256032"/>
          </a:xfrm>
          <a:prstGeom prst="rect">
            <a:avLst/>
          </a:prstGeom>
        </p:spPr>
      </p:pic>
      <p:sp>
        <p:nvSpPr>
          <p:cNvPr id="76" name="Shape 49"/>
          <p:cNvSpPr/>
          <p:nvPr/>
        </p:nvSpPr>
        <p:spPr>
          <a:xfrm>
            <a:off x="548640" y="5029200"/>
            <a:ext cx="278892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7" name="Text 50"/>
          <p:cNvSpPr/>
          <p:nvPr/>
        </p:nvSpPr>
        <p:spPr>
          <a:xfrm>
            <a:off x="731520" y="5029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destinations</a:t>
            </a:r>
            <a:endParaRPr lang="en-US" sz="1300" dirty="0"/>
          </a:p>
        </p:txBody>
      </p:sp>
      <p:sp>
        <p:nvSpPr>
          <p:cNvPr id="78" name="Shape 51"/>
          <p:cNvSpPr/>
          <p:nvPr/>
        </p:nvSpPr>
        <p:spPr>
          <a:xfrm>
            <a:off x="3337560" y="502920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7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73068" y="5148072"/>
            <a:ext cx="256032" cy="256032"/>
          </a:xfrm>
          <a:prstGeom prst="rect">
            <a:avLst/>
          </a:prstGeom>
        </p:spPr>
      </p:pic>
      <p:sp>
        <p:nvSpPr>
          <p:cNvPr id="80" name="Shape 52"/>
          <p:cNvSpPr/>
          <p:nvPr/>
        </p:nvSpPr>
        <p:spPr>
          <a:xfrm>
            <a:off x="4846320" y="502920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8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81828" y="5148072"/>
            <a:ext cx="256032" cy="256032"/>
          </a:xfrm>
          <a:prstGeom prst="rect">
            <a:avLst/>
          </a:prstGeom>
        </p:spPr>
      </p:pic>
      <p:sp>
        <p:nvSpPr>
          <p:cNvPr id="82" name="Shape 53"/>
          <p:cNvSpPr/>
          <p:nvPr/>
        </p:nvSpPr>
        <p:spPr>
          <a:xfrm>
            <a:off x="6355080" y="5029200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8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82028" y="5148072"/>
            <a:ext cx="256032" cy="256032"/>
          </a:xfrm>
          <a:prstGeom prst="rect">
            <a:avLst/>
          </a:prstGeom>
        </p:spPr>
      </p:pic>
      <p:sp>
        <p:nvSpPr>
          <p:cNvPr id="84" name="Shape 54"/>
          <p:cNvSpPr/>
          <p:nvPr/>
        </p:nvSpPr>
        <p:spPr>
          <a:xfrm>
            <a:off x="8046720" y="5029200"/>
            <a:ext cx="15087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8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82228" y="5148072"/>
            <a:ext cx="256032" cy="256032"/>
          </a:xfrm>
          <a:prstGeom prst="rect">
            <a:avLst/>
          </a:prstGeom>
        </p:spPr>
      </p:pic>
      <p:sp>
        <p:nvSpPr>
          <p:cNvPr id="86" name="Shape 55"/>
          <p:cNvSpPr/>
          <p:nvPr/>
        </p:nvSpPr>
        <p:spPr>
          <a:xfrm>
            <a:off x="9555480" y="5029200"/>
            <a:ext cx="2057400" cy="502920"/>
          </a:xfrm>
          <a:prstGeom prst="rect">
            <a:avLst/>
          </a:prstGeom>
          <a:solidFill>
            <a:srgbClr val="1B2238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8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65308" y="5148072"/>
            <a:ext cx="256032" cy="256032"/>
          </a:xfrm>
          <a:prstGeom prst="rect">
            <a:avLst/>
          </a:prstGeom>
        </p:spPr>
      </p:pic>
      <p:sp>
        <p:nvSpPr>
          <p:cNvPr id="88" name="Shape 56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8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8640" y="5650992"/>
            <a:ext cx="201168" cy="201168"/>
          </a:xfrm>
          <a:prstGeom prst="rect">
            <a:avLst/>
          </a:prstGeom>
        </p:spPr>
      </p:pic>
      <p:sp>
        <p:nvSpPr>
          <p:cNvPr id="90" name="Text 57"/>
          <p:cNvSpPr/>
          <p:nvPr/>
        </p:nvSpPr>
        <p:spPr>
          <a:xfrm>
            <a:off x="822960" y="5605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100" dirty="0"/>
          </a:p>
        </p:txBody>
      </p:sp>
      <p:pic>
        <p:nvPicPr>
          <p:cNvPr id="9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63040" y="5650992"/>
            <a:ext cx="201168" cy="201168"/>
          </a:xfrm>
          <a:prstGeom prst="rect">
            <a:avLst/>
          </a:prstGeom>
        </p:spPr>
      </p:pic>
      <p:sp>
        <p:nvSpPr>
          <p:cNvPr id="92" name="Text 58"/>
          <p:cNvSpPr/>
          <p:nvPr/>
        </p:nvSpPr>
        <p:spPr>
          <a:xfrm>
            <a:off x="1737360" y="5605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100" dirty="0"/>
          </a:p>
        </p:txBody>
      </p:sp>
      <p:pic>
        <p:nvPicPr>
          <p:cNvPr id="93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68880" y="5650992"/>
            <a:ext cx="201168" cy="201168"/>
          </a:xfrm>
          <a:prstGeom prst="rect">
            <a:avLst/>
          </a:prstGeom>
        </p:spPr>
      </p:pic>
      <p:sp>
        <p:nvSpPr>
          <p:cNvPr id="94" name="Text 59"/>
          <p:cNvSpPr/>
          <p:nvPr/>
        </p:nvSpPr>
        <p:spPr>
          <a:xfrm>
            <a:off x="2743200" y="5605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supported</a:t>
            </a:r>
            <a:endParaRPr lang="en-US" sz="1100" dirty="0"/>
          </a:p>
        </p:txBody>
      </p:sp>
      <p:sp>
        <p:nvSpPr>
          <p:cNvPr id="95" name="Text 60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tools each solve one or two of these. None compose all six into a single substrate — which is why customers DIY this with cron jobs and Looker.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code today. Production substrate tomorrow.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6908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THIS WEEK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3288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450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engine: 12 predicates, AND/OR/NOT, hot-reloadable from YAML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815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999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manager: idle/dwell/counters, sharded, 15-min retention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301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547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Cooldowns + dedup so the same realtor isn't paged twice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7880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096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Activation API (real-shape compatible — single flag swap)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2744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4645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Templated canned LLM responses + live local-agent fallback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76088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3000" y="5193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webhook + email outbox + onboarding wizard + dashboard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263640" y="1828800"/>
            <a:ext cx="5486400" cy="4069080"/>
          </a:xfrm>
          <a:prstGeom prst="rect">
            <a:avLst/>
          </a:prstGeom>
          <a:solidFill>
            <a:srgbClr val="13182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ROADMAP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537960" y="253288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587752"/>
            <a:ext cx="128016" cy="12801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0" y="2450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+ horizontal scaling (consumer per tenant)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537960" y="308152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136392"/>
            <a:ext cx="128016" cy="12801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58000" y="2999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LLM mode — BYOK or platform-managed, with caching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6537960" y="363016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685032"/>
            <a:ext cx="128016" cy="12801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858000" y="3547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Activation API integration (already wire-compatible)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6537960" y="417880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233672"/>
            <a:ext cx="128016" cy="12801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858000" y="4096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for events archive + replay</a:t>
            </a:r>
            <a:endParaRPr lang="en-US" sz="1200" dirty="0"/>
          </a:p>
        </p:txBody>
      </p:sp>
      <p:sp>
        <p:nvSpPr>
          <p:cNvPr id="34" name="Shape 22"/>
          <p:cNvSpPr/>
          <p:nvPr/>
        </p:nvSpPr>
        <p:spPr>
          <a:xfrm>
            <a:off x="6537960" y="472744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782312"/>
            <a:ext cx="128016" cy="12801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858000" y="4645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or Drools for richer rule expressions (sandbox-safe)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537960" y="527608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5330952"/>
            <a:ext cx="128016" cy="12801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858000" y="5193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destination registry: any webhook or in-app SDK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548640" y="6126480"/>
            <a:ext cx="112014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6199632"/>
            <a:ext cx="457200" cy="45720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1371600" y="6126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automation substrate. Same engine, every event, every customer.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Realtime Events AI Triggers</dc:title>
  <dc:subject>PptxGenJS Presentation</dc:subject>
  <dc:creator>Kuldeep Kumar</dc:creator>
  <cp:lastModifiedBy>Kuldeep Kumar</cp:lastModifiedBy>
  <cp:revision>1</cp:revision>
  <dcterms:created xsi:type="dcterms:W3CDTF">2026-05-08T05:10:55Z</dcterms:created>
  <dcterms:modified xsi:type="dcterms:W3CDTF">2026-05-08T05:10:55Z</dcterms:modified>
</cp:coreProperties>
</file>